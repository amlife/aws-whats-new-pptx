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147483417" r:id="rId2"/>
    <p:sldId id="3666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6"/>
      <p:italic r:id="rId6"/>
      <p:boldItalic r:id="rId6"/>
    </p:embeddedFont>
    <p:embeddedFont>
      <p:font typeface="Amazon Ember Display" panose="020F0603020204020204" pitchFamily="34" charset="0"/>
      <p:regular r:id="rId7"/>
      <p:bold r:id="rId7"/>
      <p:italic r:id="rId7"/>
      <p:boldItalic r:id="rId7"/>
    </p:embeddedFont>
    <p:embeddedFont>
      <p:font typeface="Amazon Ember Mono" panose="020B0709020204020204" pitchFamily="49" charset="0"/>
      <p:regular r:id="rId7"/>
      <p:bold r:id="rId8"/>
      <p:italic r:id="rId6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C2E6"/>
    <a:srgbClr val="41B3FF"/>
    <a:srgbClr val="5B9BD5"/>
    <a:srgbClr val="9ACDDD"/>
    <a:srgbClr val="D9D9D9"/>
    <a:srgbClr val="1A0033"/>
    <a:srgbClr val="FCFCFD"/>
    <a:srgbClr val="7F1EE7"/>
    <a:srgbClr val="0000A3"/>
    <a:srgbClr val="B81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" autoAdjust="0"/>
    <p:restoredTop sz="75479" autoAdjust="0"/>
  </p:normalViewPr>
  <p:slideViewPr>
    <p:cSldViewPr snapToGrid="0">
      <p:cViewPr varScale="1">
        <p:scale>
          <a:sx n="90" d="100"/>
          <a:sy n="90" d="100"/>
        </p:scale>
        <p:origin x="2336" y="184"/>
      </p:cViewPr>
      <p:guideLst>
        <p:guide orient="horz" pos="129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404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handoutMaster" Target="handoutMasters/handoutMaster1.xml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2567C-F981-F9DE-2FF6-843C55F1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268D9-FFE5-05A0-6A30-9B57D8B74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3CA93-9C9A-20CC-4424-BCA59C695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F24E6-BA1B-B9D2-A370-8E991B8CF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48437-623F-4E31-B461-B8C7E1811F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8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F1B3F-5EAF-BF4D-EAC3-027F3AE85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2D627-AE3F-5538-2534-C3DA31CF513B}"/>
              </a:ext>
            </a:extLst>
          </p:cNvPr>
          <p:cNvSpPr txBox="1"/>
          <p:nvPr userDrawn="1"/>
        </p:nvSpPr>
        <p:spPr>
          <a:xfrm>
            <a:off x="333437" y="653754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3E1A9C0-25D4-6213-F6DE-1B604250E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B38457-CE92-7B1F-6614-6136E9F8F9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 txBox="1"/>
          <p:nvPr userDrawn="1"/>
        </p:nvSpPr>
        <p:spPr>
          <a:xfrm>
            <a:off x="-135802" y="247159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263250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2" y="153249"/>
            <a:ext cx="10940405" cy="727655"/>
          </a:xfrm>
        </p:spPr>
        <p:txBody>
          <a:bodyPr/>
          <a:lstStyle>
            <a:lvl1pPr>
              <a:defRPr baseline="0">
                <a:latin typeface="Amazon Ember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025" y="1348723"/>
            <a:ext cx="3256844" cy="4525963"/>
          </a:xfrm>
        </p:spPr>
        <p:txBody>
          <a:bodyPr>
            <a:normAutofit/>
          </a:bodyPr>
          <a:lstStyle>
            <a:lvl1pPr>
              <a:defRPr sz="2667" baseline="0">
                <a:latin typeface="Amazon Ember" charset="0"/>
              </a:defRPr>
            </a:lvl1pPr>
            <a:lvl2pPr>
              <a:defRPr sz="2400" baseline="0">
                <a:latin typeface="Amazon Ember" charset="0"/>
              </a:defRPr>
            </a:lvl2pPr>
            <a:lvl3pPr>
              <a:defRPr sz="2133" baseline="0">
                <a:latin typeface="Amazon Ember" charset="0"/>
              </a:defRPr>
            </a:lvl3pPr>
            <a:lvl4pPr marL="1828754" indent="0">
              <a:buNone/>
              <a:defRPr sz="2133" baseline="0">
                <a:latin typeface="Amazon Ember" charset="0"/>
              </a:defRPr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4308002" y="1348723"/>
            <a:ext cx="3256844" cy="4525963"/>
          </a:xfrm>
        </p:spPr>
        <p:txBody>
          <a:bodyPr>
            <a:normAutofit/>
          </a:bodyPr>
          <a:lstStyle>
            <a:lvl1pPr>
              <a:defRPr sz="2667" baseline="0">
                <a:latin typeface="Amazon Ember" charset="0"/>
              </a:defRPr>
            </a:lvl1pPr>
            <a:lvl2pPr>
              <a:defRPr sz="2400" baseline="0">
                <a:latin typeface="Amazon Ember" charset="0"/>
              </a:defRPr>
            </a:lvl2pPr>
            <a:lvl3pPr>
              <a:defRPr sz="2133" baseline="0">
                <a:latin typeface="Amazon Ember" charset="0"/>
              </a:defRPr>
            </a:lvl3pPr>
            <a:lvl4pPr marL="1828754" indent="0">
              <a:buNone/>
              <a:defRPr sz="2133" baseline="0">
                <a:latin typeface="Amazon Ember" charset="0"/>
              </a:defRPr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8165981" y="1348723"/>
            <a:ext cx="3256844" cy="4525963"/>
          </a:xfrm>
        </p:spPr>
        <p:txBody>
          <a:bodyPr>
            <a:normAutofit/>
          </a:bodyPr>
          <a:lstStyle>
            <a:lvl1pPr>
              <a:defRPr sz="2667" baseline="0">
                <a:latin typeface="Amazon Ember" charset="0"/>
              </a:defRPr>
            </a:lvl1pPr>
            <a:lvl2pPr>
              <a:defRPr sz="2400" baseline="0">
                <a:latin typeface="Amazon Ember" charset="0"/>
              </a:defRPr>
            </a:lvl2pPr>
            <a:lvl3pPr>
              <a:defRPr sz="2133" baseline="0">
                <a:latin typeface="Amazon Ember" charset="0"/>
              </a:defRPr>
            </a:lvl3pPr>
            <a:lvl4pPr marL="1828754" indent="0">
              <a:buNone/>
              <a:defRPr sz="2133" baseline="0">
                <a:latin typeface="Amazon Ember" charset="0"/>
              </a:defRPr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068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7D87-D3C3-4EBC-8F18-A1178903C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and bulleted content layout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6700F0-47BA-4878-9AD3-6E38759C53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100" y="1379209"/>
            <a:ext cx="11430000" cy="2369880"/>
          </a:xfrm>
        </p:spPr>
        <p:txBody>
          <a:bodyPr/>
          <a:lstStyle>
            <a:lvl1pPr marL="344475" indent="-344475">
              <a:lnSpc>
                <a:spcPct val="100000"/>
              </a:lnSpc>
              <a:tabLst/>
              <a:defRPr/>
            </a:lvl1pPr>
            <a:lvl2pPr marL="577827" indent="-349236">
              <a:lnSpc>
                <a:spcPct val="100000"/>
              </a:lnSpc>
              <a:tabLst/>
              <a:defRPr/>
            </a:lvl2pPr>
            <a:lvl3pPr marL="750858" indent="-293677">
              <a:lnSpc>
                <a:spcPct val="100000"/>
              </a:lnSpc>
              <a:tabLst/>
              <a:defRPr/>
            </a:lvl3pPr>
            <a:lvl4pPr marL="923888" indent="-238115">
              <a:lnSpc>
                <a:spcPct val="100000"/>
              </a:lnSpc>
              <a:tabLst/>
              <a:defRPr/>
            </a:lvl4pPr>
            <a:lvl5pPr marL="923888" indent="-238115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US" dirty="0"/>
              <a:t>Enter bulleted 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02219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3B1EF3D5-2436-9240-B6D0-2048A71FFF33}" type="datetime1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4797D856-648E-41D7-7250-C248B908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785" r:id="rId3"/>
    <p:sldLayoutId id="2147483787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2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62865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97155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1144588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1316038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B2C29-C303-42CB-652E-C9A3F7AB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38AC9A-5F6F-EE89-B7E9-0DE2B1B0E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969" y="2967335"/>
            <a:ext cx="9528306" cy="923330"/>
          </a:xfrm>
        </p:spPr>
        <p:txBody>
          <a:bodyPr/>
          <a:lstStyle/>
          <a:p>
            <a:r>
              <a:rPr lang="en-KR" dirty="0"/>
              <a:t>What’s New</a:t>
            </a:r>
          </a:p>
        </p:txBody>
      </p:sp>
    </p:spTree>
    <p:extLst>
      <p:ext uri="{BB962C8B-B14F-4D97-AF65-F5344CB8AC3E}">
        <p14:creationId xmlns:p14="http://schemas.microsoft.com/office/powerpoint/2010/main" val="73000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332E-095B-E3CE-8975-777EA03A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74CCABD9-AEE2-4D99-C6EB-936737352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361835"/>
              </p:ext>
            </p:extLst>
          </p:nvPr>
        </p:nvGraphicFramePr>
        <p:xfrm>
          <a:off x="375560" y="880908"/>
          <a:ext cx="11553088" cy="520183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55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2957"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개요</a:t>
                      </a:r>
                      <a:endParaRPr lang="en-US" sz="14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8882"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ea typeface="Malgun Gothic" panose="020B0503020000020004" pitchFamily="34" charset="-127"/>
                        <a:cs typeface="Amazon Ember" panose="020B060302020402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9AB18C9D-4708-1612-6C06-988CC715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60" y="153253"/>
            <a:ext cx="11479596" cy="727655"/>
          </a:xfrm>
        </p:spPr>
        <p:txBody>
          <a:bodyPr anchor="ctr"/>
          <a:lstStyle/>
          <a:p>
            <a:r>
              <a:rPr lang="en-US" sz="2000" b="1" dirty="0">
                <a:latin typeface="+mn-lt"/>
              </a:rPr>
              <a:t>{Title}</a:t>
            </a:r>
          </a:p>
        </p:txBody>
      </p:sp>
    </p:spTree>
    <p:extLst>
      <p:ext uri="{BB962C8B-B14F-4D97-AF65-F5344CB8AC3E}">
        <p14:creationId xmlns:p14="http://schemas.microsoft.com/office/powerpoint/2010/main" val="3857295042"/>
      </p:ext>
    </p:extLst>
  </p:cSld>
  <p:clrMapOvr>
    <a:masterClrMapping/>
  </p:clrMapOvr>
</p:sld>
</file>

<file path=ppt/theme/theme1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669ED17-9462-D14C-B6E5-447B788E9B2B}" vid="{91E6B8BE-7767-2D49-A594-4B5A32E9F08B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90200</TotalTime>
  <Words>7</Words>
  <Application>Microsoft Macintosh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Amazon Ember</vt:lpstr>
      <vt:lpstr>Amazon Ember Mono</vt:lpstr>
      <vt:lpstr>Amazon Ember Display</vt:lpstr>
      <vt:lpstr>AWS Confidential Light</vt:lpstr>
      <vt:lpstr>What’s New</vt:lpstr>
      <vt:lpstr>{Title}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choe, junyeong</cp:lastModifiedBy>
  <cp:revision>284</cp:revision>
  <dcterms:created xsi:type="dcterms:W3CDTF">2022-07-18T16:28:56Z</dcterms:created>
  <dcterms:modified xsi:type="dcterms:W3CDTF">2026-03-06T00:32:57Z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2025-06-09T00:53:17Z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cf3415b3-dcf4-4cc0-a700-8b882df49751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