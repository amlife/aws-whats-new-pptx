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2147483417" r:id="rId2"/>
    <p:sldId id="3666" r:id="rId3"/>
  </p:sldIdLst>
  <p:sldSz cx="12192000" cy="6858000"/>
  <p:notesSz cx="6858000" cy="9144000"/>
  <p:embeddedFontLst>
    <p:embeddedFont>
      <p:font typeface="Amazon Ember" panose="020B0603020204020204" pitchFamily="34" charset="0"/>
      <p:regular r:id="rId6"/>
      <p:bold r:id="rId6"/>
      <p:italic r:id="rId6"/>
      <p:boldItalic r:id="rId6"/>
    </p:embeddedFont>
    <p:embeddedFont>
      <p:font typeface="Amazon Ember Display" panose="020F0603020204020204" pitchFamily="34" charset="0"/>
      <p:regular r:id="rId7"/>
      <p:bold r:id="rId7"/>
      <p:italic r:id="rId7"/>
      <p:boldItalic r:id="rId7"/>
    </p:embeddedFont>
    <p:embeddedFont>
      <p:font typeface="Amazon Ember Mono" panose="020B0709020204020204" pitchFamily="49" charset="0"/>
      <p:regular r:id="rId7"/>
      <p:bold r:id="rId8"/>
      <p:italic r:id="rId6"/>
      <p:boldItalic r:id="rId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298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BC2E6"/>
    <a:srgbClr val="41B3FF"/>
    <a:srgbClr val="5B9BD5"/>
    <a:srgbClr val="9ACDDD"/>
    <a:srgbClr val="D9D9D9"/>
    <a:srgbClr val="1A0033"/>
    <a:srgbClr val="FCFCFD"/>
    <a:srgbClr val="7F1EE7"/>
    <a:srgbClr val="0000A3"/>
    <a:srgbClr val="B81E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12C8C85-51F0-491E-9774-3900AFEF0FD7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266" autoAdjust="0"/>
    <p:restoredTop sz="75484" autoAdjust="0"/>
  </p:normalViewPr>
  <p:slideViewPr>
    <p:cSldViewPr snapToGrid="0">
      <p:cViewPr varScale="1">
        <p:scale>
          <a:sx n="161" d="100"/>
          <a:sy n="161" d="100"/>
        </p:scale>
        <p:origin x="3656" y="200"/>
      </p:cViewPr>
      <p:guideLst>
        <p:guide orient="horz" pos="1298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howGuides="1">
      <p:cViewPr varScale="1">
        <p:scale>
          <a:sx n="83" d="100"/>
          <a:sy n="83" d="100"/>
        </p:scale>
        <p:origin x="4040" y="20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3.fntdata"/><Relationship Id="rId3" Type="http://schemas.openxmlformats.org/officeDocument/2006/relationships/slide" Target="slides/slide2.xml"/><Relationship Id="rId7" Type="http://schemas.openxmlformats.org/officeDocument/2006/relationships/font" Target="fonts/font2.fntdata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1.fntdata"/><Relationship Id="rId11" Type="http://schemas.openxmlformats.org/officeDocument/2006/relationships/theme" Target="theme/theme1.xml"/><Relationship Id="rId5" Type="http://schemas.openxmlformats.org/officeDocument/2006/relationships/handoutMaster" Target="handoutMasters/handoutMaster1.xml"/><Relationship Id="rId10" Type="http://schemas.openxmlformats.org/officeDocument/2006/relationships/viewProps" Target="viewProps.xml"/><Relationship Id="rId4" Type="http://schemas.openxmlformats.org/officeDocument/2006/relationships/notesMaster" Target="notesMasters/notesMaster1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30B3F9-42E9-426B-B3D2-D6012D7491A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19431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algn="ctr"/>
            <a:fld id="{C71F7584-9745-40DA-BD49-9A41A97B2D2E}" type="slidenum">
              <a:rPr lang="en-US" sz="1000" smtClean="0">
                <a:latin typeface="Amazon Ember Display" panose="020F0603020204020204" pitchFamily="34" charset="0"/>
              </a:rPr>
              <a:pPr algn="ctr"/>
              <a:t>‹#›</a:t>
            </a:fld>
            <a:endParaRPr lang="en-US" sz="1000" dirty="0">
              <a:latin typeface="Amazon Ember Display" panose="020F06030202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2530059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38150" y="457200"/>
            <a:ext cx="5981700" cy="3364706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419100" y="4197679"/>
            <a:ext cx="6000750" cy="4328803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19431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1000" b="0" i="0">
                <a:latin typeface="Amazon Ember Display" panose="020F0603020204020204" pitchFamily="34" charset="0"/>
              </a:defRPr>
            </a:lvl1pPr>
          </a:lstStyle>
          <a:p>
            <a:fld id="{A3D89E5F-BEEF-42A1-A57B-E5A736D5119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48719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spcAft>
        <a:spcPts val="300"/>
      </a:spcAft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1pPr>
    <a:lvl2pPr marL="225425" indent="-1063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2pPr>
    <a:lvl3pPr marL="463550" indent="-1190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3pPr>
    <a:lvl4pPr marL="747713" indent="-1190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4pPr>
    <a:lvl5pPr marL="973138" indent="-117475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pos="2160" userDrawn="1">
          <p15:clr>
            <a:srgbClr val="F26B43"/>
          </p15:clr>
        </p15:guide>
        <p15:guide id="2" orient="horz" pos="2880" userDrawn="1">
          <p15:clr>
            <a:srgbClr val="F26B43"/>
          </p15:clr>
        </p15:guide>
        <p15:guide id="3" pos="264" userDrawn="1">
          <p15:clr>
            <a:srgbClr val="F26B43"/>
          </p15:clr>
        </p15:guide>
        <p15:guide id="4" pos="4056" userDrawn="1">
          <p15:clr>
            <a:srgbClr val="F26B43"/>
          </p15:clr>
        </p15:guide>
        <p15:guide id="5" orient="horz" pos="288" userDrawn="1">
          <p15:clr>
            <a:srgbClr val="F26B43"/>
          </p15:clr>
        </p15:guide>
        <p15:guide id="6" orient="horz" pos="264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42567C-F981-F9DE-2FF6-843C55F1D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A268D9-FFE5-05A0-6A30-9B57D8B749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38150" y="457200"/>
            <a:ext cx="5981700" cy="3363913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63CA93-9C9A-20CC-4424-BCA59C6955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 altLang="ko-KR" b="0">
                <a:effectLst/>
              </a:rPr>
              <a:t>{script}</a:t>
            </a:r>
            <a:endParaRPr lang="en-US" altLang="ko-KR" b="0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3F24E6-BA1B-B9D2-A370-8E991B8CF1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648437-623F-4E31-B461-B8C7E1811F1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14828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167F1B3F-5EAF-BF4D-EAC3-027F3AE85E7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1391CB6-D820-4A96-8204-600D7D9568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5376" y="914401"/>
            <a:ext cx="10972800" cy="590931"/>
          </a:xfrm>
          <a:prstGeom prst="rect">
            <a:avLst/>
          </a:prstGeom>
        </p:spPr>
        <p:txBody>
          <a:bodyPr/>
          <a:lstStyle>
            <a:lvl1pPr>
              <a:defRPr sz="3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 dirty="0"/>
              <a:t>Agenda layout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1750401-572B-4B45-BF07-5D528B05F88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1714500"/>
            <a:ext cx="10972800" cy="3293209"/>
          </a:xfrm>
        </p:spPr>
        <p:txBody>
          <a:bodyPr/>
          <a:lstStyle>
            <a:lvl1pPr marL="0" indent="0">
              <a:spcAft>
                <a:spcPts val="3000"/>
              </a:spcAft>
              <a:buNone/>
              <a:defRPr sz="2400" b="0" i="0">
                <a:latin typeface="Amazon Ember Display" panose="020F0603020204020204" pitchFamily="34" charset="0"/>
              </a:defRPr>
            </a:lvl1pPr>
            <a:lvl2pPr marL="0" indent="0">
              <a:spcAft>
                <a:spcPts val="3000"/>
              </a:spcAft>
              <a:buNone/>
              <a:defRPr sz="2400" b="0" i="0">
                <a:latin typeface="Amazon Ember Display" panose="020F0603020204020204" pitchFamily="34" charset="0"/>
              </a:defRPr>
            </a:lvl2pPr>
            <a:lvl3pPr marL="0" indent="0">
              <a:spcAft>
                <a:spcPts val="3000"/>
              </a:spcAft>
              <a:buNone/>
              <a:defRPr sz="2400" b="0" i="0">
                <a:latin typeface="Amazon Ember Display" panose="020F0603020204020204" pitchFamily="34" charset="0"/>
              </a:defRPr>
            </a:lvl3pPr>
            <a:lvl4pPr marL="0" indent="0">
              <a:spcAft>
                <a:spcPts val="3000"/>
              </a:spcAft>
              <a:buNone/>
              <a:defRPr sz="2400" b="0" i="0">
                <a:latin typeface="Amazon Ember Display" panose="020F0603020204020204" pitchFamily="34" charset="0"/>
              </a:defRPr>
            </a:lvl4pPr>
            <a:lvl5pPr marL="0" indent="0">
              <a:spcAft>
                <a:spcPts val="3000"/>
              </a:spcAft>
              <a:buNone/>
              <a:defRPr sz="2400" b="0" i="0">
                <a:latin typeface="Amazon Ember Display" panose="020F0603020204020204" pitchFamily="34" charset="0"/>
              </a:defRPr>
            </a:lvl5pPr>
          </a:lstStyle>
          <a:p>
            <a:pPr lvl="0"/>
            <a:r>
              <a:rPr lang="en-US" dirty="0"/>
              <a:t>Enter high-level agenda items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5A1D86-6A7C-4718-BC8A-729563F7E07F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06736434-7E81-994B-854B-1BF33F160A0D}" type="datetime1">
              <a:rPr lang="en-US" smtClean="0"/>
              <a:pPr/>
              <a:t>3/6/26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5447C4-003F-49F1-92D9-AA8E1601814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4C0F27-F073-46C5-99AA-D6BC67A40F5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72D627-AE3F-5538-2534-C3DA31CF513B}"/>
              </a:ext>
            </a:extLst>
          </p:cNvPr>
          <p:cNvSpPr txBox="1"/>
          <p:nvPr userDrawn="1"/>
        </p:nvSpPr>
        <p:spPr>
          <a:xfrm>
            <a:off x="333437" y="6537543"/>
            <a:ext cx="3937296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" b="0" i="0" dirty="0">
                <a:solidFill>
                  <a:schemeClr val="tx2"/>
                </a:solidFill>
                <a:latin typeface="Amazon Ember Display" panose="020F0603020204020204" pitchFamily="34" charset="0"/>
              </a:rPr>
              <a:t>© 2026, Amazon Web Services, Inc. or its affiliates. All rights reserved. Amazon Confidential and Trademark.</a:t>
            </a:r>
          </a:p>
        </p:txBody>
      </p:sp>
    </p:spTree>
    <p:extLst>
      <p:ext uri="{BB962C8B-B14F-4D97-AF65-F5344CB8AC3E}">
        <p14:creationId xmlns:p14="http://schemas.microsoft.com/office/powerpoint/2010/main" val="706140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13E1A9C0-25D4-6213-F6DE-1B604250E5D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60F04AFD-CEAF-D96A-9FBC-9500445458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598" y="1918337"/>
            <a:ext cx="6460998" cy="535531"/>
          </a:xfrm>
        </p:spPr>
        <p:txBody>
          <a:bodyPr wrap="square"/>
          <a:lstStyle>
            <a:lvl1pPr marL="0" indent="0" algn="l">
              <a:spcAft>
                <a:spcPts val="0"/>
              </a:spcAft>
              <a:buFont typeface="Arial" panose="020B0604020202020204" pitchFamily="34" charset="0"/>
              <a:buNone/>
              <a:defRPr sz="3200" b="0" i="0" cap="none" spc="0" baseline="0">
                <a:solidFill>
                  <a:schemeClr val="tx2"/>
                </a:solidFill>
                <a:latin typeface="Amazon Ember Display" panose="020F06030202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Enter subtitle</a:t>
            </a:r>
          </a:p>
        </p:txBody>
      </p:sp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0187CBED-F3F8-A0AE-DBEA-EEEA1D2E766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09598" y="5261981"/>
            <a:ext cx="3797302" cy="369332"/>
          </a:xfrm>
        </p:spPr>
        <p:txBody>
          <a:bodyPr wrap="square"/>
          <a:lstStyle>
            <a:lvl1pPr marL="0" indent="0">
              <a:spcAft>
                <a:spcPts val="0"/>
              </a:spcAft>
              <a:buNone/>
              <a:defRPr sz="2000" b="0" i="0" cap="none" spc="0" baseline="0">
                <a:solidFill>
                  <a:schemeClr val="tx2"/>
                </a:solidFill>
                <a:latin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name (pronouns)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55857500-2C8E-9211-5B61-DC83BC3450CB}"/>
              </a:ext>
            </a:extLst>
          </p:cNvPr>
          <p:cNvSpPr/>
          <p:nvPr userDrawn="1"/>
        </p:nvSpPr>
        <p:spPr>
          <a:xfrm>
            <a:off x="609598" y="304800"/>
            <a:ext cx="2993681" cy="288951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endParaRPr lang="en-US" b="0" i="0" dirty="0" err="1">
              <a:solidFill>
                <a:schemeClr val="tx1"/>
              </a:solidFill>
              <a:latin typeface="Amazon Ember Display" panose="020F0603020204020204" pitchFamily="34" charset="0"/>
            </a:endParaRPr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17F887A3-28C2-6DE9-5807-21C410AB73B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72969" y="332014"/>
            <a:ext cx="6477002" cy="230832"/>
          </a:xfrm>
        </p:spPr>
        <p:txBody>
          <a:bodyPr wrap="square"/>
          <a:lstStyle>
            <a:lvl1pPr marL="0" indent="0">
              <a:spcAft>
                <a:spcPts val="0"/>
              </a:spcAft>
              <a:buNone/>
              <a:defRPr sz="1000" b="0" i="0" cap="all" spc="200" baseline="0">
                <a:solidFill>
                  <a:schemeClr val="tx2"/>
                </a:solidFill>
                <a:latin typeface="Amazon Ember Mono" panose="020B0509020204020204" pitchFamily="49" charset="0"/>
                <a:ea typeface="Amazon Ember Mono" panose="020B0509020204020204" pitchFamily="49" charset="0"/>
                <a:cs typeface="Amazon Ember Mono" panose="020B0509020204020204" pitchFamily="49" charset="0"/>
              </a:defRPr>
            </a:lvl1pPr>
          </a:lstStyle>
          <a:p>
            <a:pPr lvl="0"/>
            <a:r>
              <a:rPr lang="en-US" dirty="0"/>
              <a:t>Enter session ID if required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BBFEBE6D-8293-FD48-7C86-4989B458ECE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9598" y="5674769"/>
            <a:ext cx="3797302" cy="535531"/>
          </a:xfrm>
        </p:spPr>
        <p:txBody>
          <a:bodyPr wrap="square"/>
          <a:lstStyle>
            <a:lvl1pPr marL="0" indent="0">
              <a:spcAft>
                <a:spcPts val="3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job title</a:t>
            </a:r>
            <a:br>
              <a:rPr lang="en-US" dirty="0"/>
            </a:br>
            <a:r>
              <a:rPr lang="en-US" dirty="0"/>
              <a:t>Speaker company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F412FE6-3787-9446-924A-F202645A1CFC}"/>
              </a:ext>
            </a:extLst>
          </p:cNvPr>
          <p:cNvSpPr txBox="1"/>
          <p:nvPr userDrawn="1"/>
        </p:nvSpPr>
        <p:spPr>
          <a:xfrm>
            <a:off x="504476" y="6389813"/>
            <a:ext cx="3937296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" b="0" i="0" dirty="0">
                <a:solidFill>
                  <a:schemeClr val="tx2"/>
                </a:solidFill>
                <a:latin typeface="Amazon Ember Display" panose="020F0603020204020204" pitchFamily="34" charset="0"/>
              </a:rPr>
              <a:t>© 2026, Amazon Web Services, Inc. or its affiliates. All rights reserved. Amazon Confidential and Trademark.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6B38457-CE92-7B1F-6614-6136E9F8F98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7228" y="5740417"/>
            <a:ext cx="783771" cy="469881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19ABE821-C29F-8323-0B26-4C07043DC762}"/>
              </a:ext>
            </a:extLst>
          </p:cNvPr>
          <p:cNvSpPr txBox="1"/>
          <p:nvPr userDrawn="1"/>
        </p:nvSpPr>
        <p:spPr>
          <a:xfrm>
            <a:off x="-135802" y="2471596"/>
            <a:ext cx="65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endParaRPr lang="en-US" b="0" i="0" dirty="0" err="1">
              <a:latin typeface="Amazon Ember Display" panose="020F0603020204020204" pitchFamily="34" charset="0"/>
            </a:endParaRPr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10165371-E8F4-C898-9295-C3E433A3EF2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89278" y="928262"/>
            <a:ext cx="6460999" cy="923330"/>
          </a:xfrm>
          <a:prstGeom prst="rect">
            <a:avLst/>
          </a:prstGeom>
        </p:spPr>
        <p:txBody>
          <a:bodyPr wrap="square" anchor="t" anchorCtr="0"/>
          <a:lstStyle>
            <a:lvl1pPr algn="l">
              <a:defRPr sz="6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 dirty="0"/>
              <a:t>Enter title</a:t>
            </a:r>
          </a:p>
        </p:txBody>
      </p:sp>
    </p:spTree>
    <p:extLst>
      <p:ext uri="{BB962C8B-B14F-4D97-AF65-F5344CB8AC3E}">
        <p14:creationId xmlns:p14="http://schemas.microsoft.com/office/powerpoint/2010/main" val="26325015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2" pos="4464">
          <p15:clr>
            <a:srgbClr val="FBAE40"/>
          </p15:clr>
        </p15:guide>
        <p15:guide id="3" orient="horz" pos="2736">
          <p15:clr>
            <a:srgbClr val="FBAE40"/>
          </p15:clr>
        </p15:guide>
        <p15:guide id="4" orient="horz" pos="1272">
          <p15:clr>
            <a:srgbClr val="FBAE40"/>
          </p15:clr>
        </p15:guide>
        <p15:guide id="5" orient="horz" pos="1728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052" y="153249"/>
            <a:ext cx="10940405" cy="727655"/>
          </a:xfrm>
        </p:spPr>
        <p:txBody>
          <a:bodyPr/>
          <a:lstStyle>
            <a:lvl1pPr>
              <a:defRPr baseline="0">
                <a:latin typeface="Amazon Ember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0025" y="1348723"/>
            <a:ext cx="3256844" cy="4525963"/>
          </a:xfrm>
        </p:spPr>
        <p:txBody>
          <a:bodyPr>
            <a:normAutofit/>
          </a:bodyPr>
          <a:lstStyle>
            <a:lvl1pPr>
              <a:defRPr sz="2667" baseline="0">
                <a:latin typeface="Amazon Ember" charset="0"/>
              </a:defRPr>
            </a:lvl1pPr>
            <a:lvl2pPr>
              <a:defRPr sz="2400" baseline="0">
                <a:latin typeface="Amazon Ember" charset="0"/>
              </a:defRPr>
            </a:lvl2pPr>
            <a:lvl3pPr>
              <a:defRPr sz="2133" baseline="0">
                <a:latin typeface="Amazon Ember" charset="0"/>
              </a:defRPr>
            </a:lvl3pPr>
            <a:lvl4pPr marL="1828754" indent="0">
              <a:buNone/>
              <a:defRPr sz="2133" baseline="0">
                <a:latin typeface="Amazon Ember" charset="0"/>
              </a:defRPr>
            </a:lvl4pPr>
            <a:lvl5pPr>
              <a:defRPr sz="2133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half" idx="10"/>
          </p:nvPr>
        </p:nvSpPr>
        <p:spPr>
          <a:xfrm>
            <a:off x="4308002" y="1348723"/>
            <a:ext cx="3256844" cy="4525963"/>
          </a:xfrm>
        </p:spPr>
        <p:txBody>
          <a:bodyPr>
            <a:normAutofit/>
          </a:bodyPr>
          <a:lstStyle>
            <a:lvl1pPr>
              <a:defRPr sz="2667" baseline="0">
                <a:latin typeface="Amazon Ember" charset="0"/>
              </a:defRPr>
            </a:lvl1pPr>
            <a:lvl2pPr>
              <a:defRPr sz="2400" baseline="0">
                <a:latin typeface="Amazon Ember" charset="0"/>
              </a:defRPr>
            </a:lvl2pPr>
            <a:lvl3pPr>
              <a:defRPr sz="2133" baseline="0">
                <a:latin typeface="Amazon Ember" charset="0"/>
              </a:defRPr>
            </a:lvl3pPr>
            <a:lvl4pPr marL="1828754" indent="0">
              <a:buNone/>
              <a:defRPr sz="2133" baseline="0">
                <a:latin typeface="Amazon Ember" charset="0"/>
              </a:defRPr>
            </a:lvl4pPr>
            <a:lvl5pPr>
              <a:defRPr sz="2133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Content Placeholder 2"/>
          <p:cNvSpPr>
            <a:spLocks noGrp="1"/>
          </p:cNvSpPr>
          <p:nvPr>
            <p:ph sz="half" idx="11"/>
          </p:nvPr>
        </p:nvSpPr>
        <p:spPr>
          <a:xfrm>
            <a:off x="8165981" y="1348723"/>
            <a:ext cx="3256844" cy="4525963"/>
          </a:xfrm>
        </p:spPr>
        <p:txBody>
          <a:bodyPr>
            <a:normAutofit/>
          </a:bodyPr>
          <a:lstStyle>
            <a:lvl1pPr>
              <a:defRPr sz="2667" baseline="0">
                <a:latin typeface="Amazon Ember" charset="0"/>
              </a:defRPr>
            </a:lvl1pPr>
            <a:lvl2pPr>
              <a:defRPr sz="2400" baseline="0">
                <a:latin typeface="Amazon Ember" charset="0"/>
              </a:defRPr>
            </a:lvl2pPr>
            <a:lvl3pPr>
              <a:defRPr sz="2133" baseline="0">
                <a:latin typeface="Amazon Ember" charset="0"/>
              </a:defRPr>
            </a:lvl3pPr>
            <a:lvl4pPr marL="1828754" indent="0">
              <a:buNone/>
              <a:defRPr sz="2133" baseline="0">
                <a:latin typeface="Amazon Ember" charset="0"/>
              </a:defRPr>
            </a:lvl4pPr>
            <a:lvl5pPr>
              <a:defRPr sz="2133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1806860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Bullete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517D87-D3C3-4EBC-8F18-A1178903C7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Title and bulleted content layout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A6700F0-47BA-4878-9AD3-6E38759C53F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19100" y="1379209"/>
            <a:ext cx="11430000" cy="2369880"/>
          </a:xfrm>
        </p:spPr>
        <p:txBody>
          <a:bodyPr/>
          <a:lstStyle>
            <a:lvl1pPr marL="344475" indent="-344475">
              <a:lnSpc>
                <a:spcPct val="100000"/>
              </a:lnSpc>
              <a:tabLst/>
              <a:defRPr/>
            </a:lvl1pPr>
            <a:lvl2pPr marL="577827" indent="-349236">
              <a:lnSpc>
                <a:spcPct val="100000"/>
              </a:lnSpc>
              <a:tabLst/>
              <a:defRPr/>
            </a:lvl2pPr>
            <a:lvl3pPr marL="750858" indent="-293677">
              <a:lnSpc>
                <a:spcPct val="100000"/>
              </a:lnSpc>
              <a:tabLst/>
              <a:defRPr/>
            </a:lvl3pPr>
            <a:lvl4pPr marL="923888" indent="-238115">
              <a:lnSpc>
                <a:spcPct val="100000"/>
              </a:lnSpc>
              <a:tabLst/>
              <a:defRPr/>
            </a:lvl4pPr>
            <a:lvl5pPr marL="923888" indent="-238115">
              <a:lnSpc>
                <a:spcPct val="100000"/>
              </a:lnSpc>
              <a:tabLst/>
              <a:defRPr/>
            </a:lvl5pPr>
          </a:lstStyle>
          <a:p>
            <a:pPr lvl="0"/>
            <a:r>
              <a:rPr lang="en-US" dirty="0"/>
              <a:t>Enter bulleted slide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11022191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928EF9-1BCD-42D2-8B21-6150BBD86F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718983"/>
            <a:ext cx="10972800" cy="2203680"/>
          </a:xfrm>
          <a:prstGeom prst="rect">
            <a:avLst/>
          </a:prstGeom>
        </p:spPr>
        <p:txBody>
          <a:bodyPr vert="horz" wrap="square" lIns="0" tIns="45720" rIns="0" bIns="45720" rtlCol="0">
            <a:sp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484D14-2EC8-4252-96DA-F75A75EAF3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9532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0" i="0">
                <a:solidFill>
                  <a:schemeClr val="tx1">
                    <a:tint val="75000"/>
                  </a:schemeClr>
                </a:solidFill>
                <a:latin typeface="Amazon Ember Display" panose="020F0603020204020204" pitchFamily="34" charset="0"/>
              </a:defRPr>
            </a:lvl1pPr>
          </a:lstStyle>
          <a:p>
            <a:fld id="{3B1EF3D5-2436-9240-B6D0-2048A71FFF33}" type="datetime1">
              <a:rPr lang="en-US" smtClean="0"/>
              <a:pPr/>
              <a:t>3/6/26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5B18F2-2506-4A8B-983C-1A77A245E6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9532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b="0" i="0">
                <a:solidFill>
                  <a:schemeClr val="tx1">
                    <a:tint val="75000"/>
                  </a:schemeClr>
                </a:solidFill>
                <a:latin typeface="Amazon Ember Display" panose="020F0603020204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925A29-F4EF-4A12-9095-1B88A1BDDE5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29200" y="62895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0" i="0">
                <a:solidFill>
                  <a:schemeClr val="tx2"/>
                </a:solidFill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23D8171-6606-4DC3-AA28-D2EE5F0EC812}"/>
              </a:ext>
            </a:extLst>
          </p:cNvPr>
          <p:cNvSpPr txBox="1"/>
          <p:nvPr userDrawn="1"/>
        </p:nvSpPr>
        <p:spPr>
          <a:xfrm>
            <a:off x="1141084" y="6389813"/>
            <a:ext cx="3937296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" b="0" i="0" dirty="0">
                <a:solidFill>
                  <a:schemeClr val="tx2"/>
                </a:solidFill>
                <a:latin typeface="Amazon Ember Display" panose="020F0603020204020204" pitchFamily="34" charset="0"/>
              </a:rPr>
              <a:t>© 2026, Amazon Web Services, Inc. or its affiliates. All rights reserved. Amazon Confidential and Trademark.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67F50F9-4909-422B-A8DD-8362E9484737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295" y="6338002"/>
            <a:ext cx="365760" cy="219048"/>
          </a:xfrm>
          <a:prstGeom prst="rect">
            <a:avLst/>
          </a:prstGeom>
        </p:spPr>
      </p:pic>
      <p:sp>
        <p:nvSpPr>
          <p:cNvPr id="20" name="Title Placeholder 19">
            <a:extLst>
              <a:ext uri="{FF2B5EF4-FFF2-40B4-BE49-F238E27FC236}">
                <a16:creationId xmlns:a16="http://schemas.microsoft.com/office/drawing/2014/main" id="{4797D856-648E-41D7-7250-C248B908D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0480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71148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7" r:id="rId2"/>
    <p:sldLayoutId id="2147483785" r:id="rId3"/>
    <p:sldLayoutId id="2147483787" r:id="rId4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0" i="0" kern="1200" baseline="0">
          <a:solidFill>
            <a:schemeClr val="tx2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1pPr>
    </p:titleStyle>
    <p:bodyStyle>
      <a:lvl1pPr marL="457200" indent="-4572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SzPct val="90000"/>
        <a:buFont typeface="Arial" panose="020B0604020202020204" pitchFamily="34" charset="0"/>
        <a:buChar char="•"/>
        <a:defRPr sz="2800" b="0" i="0" kern="1200" baseline="0">
          <a:solidFill>
            <a:schemeClr val="tx2"/>
          </a:solidFill>
          <a:latin typeface="Amazon Ember Display" panose="020F0603020204020204" pitchFamily="34" charset="0"/>
          <a:ea typeface="+mn-ea"/>
          <a:cs typeface="+mn-cs"/>
        </a:defRPr>
      </a:lvl1pPr>
      <a:lvl2pPr marL="628650" indent="-3429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SzPct val="90000"/>
        <a:buFont typeface="Arial" panose="020B0604020202020204" pitchFamily="34" charset="0"/>
        <a:buChar char="•"/>
        <a:defRPr sz="2400" b="0" i="0" kern="1200" baseline="0">
          <a:solidFill>
            <a:schemeClr val="tx2"/>
          </a:solidFill>
          <a:latin typeface="Amazon Ember Display" panose="020F0603020204020204" pitchFamily="34" charset="0"/>
          <a:ea typeface="+mn-ea"/>
          <a:cs typeface="+mn-cs"/>
        </a:defRPr>
      </a:lvl2pPr>
      <a:lvl3pPr marL="971550" indent="-3429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b="0" i="0" kern="1200" baseline="0">
          <a:solidFill>
            <a:schemeClr val="tx2"/>
          </a:solidFill>
          <a:latin typeface="Amazon Ember Display" panose="020F0603020204020204" pitchFamily="34" charset="0"/>
          <a:ea typeface="+mn-ea"/>
          <a:cs typeface="+mn-cs"/>
        </a:defRPr>
      </a:lvl3pPr>
      <a:lvl4pPr marL="1144588" indent="-2857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1800" b="0" i="0" kern="1200" baseline="0">
          <a:solidFill>
            <a:schemeClr val="tx2"/>
          </a:solidFill>
          <a:latin typeface="Amazon Ember Display" panose="020F0603020204020204" pitchFamily="34" charset="0"/>
          <a:ea typeface="+mn-ea"/>
          <a:cs typeface="+mn-cs"/>
        </a:defRPr>
      </a:lvl4pPr>
      <a:lvl5pPr marL="1316038" indent="-2857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1800" b="0" i="0" kern="1200" baseline="0">
          <a:solidFill>
            <a:schemeClr val="tx2"/>
          </a:solidFill>
          <a:latin typeface="Amazon Ember Display" panose="020F0603020204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" userDrawn="1">
          <p15:clr>
            <a:srgbClr val="F26B43"/>
          </p15:clr>
        </p15:guide>
        <p15:guide id="2" pos="7296" userDrawn="1">
          <p15:clr>
            <a:srgbClr val="F26B43"/>
          </p15:clr>
        </p15:guide>
        <p15:guide id="3" orient="horz" pos="192" userDrawn="1">
          <p15:clr>
            <a:srgbClr val="F26B43"/>
          </p15:clr>
        </p15:guide>
        <p15:guide id="4" orient="horz" pos="3912" userDrawn="1">
          <p15:clr>
            <a:srgbClr val="F26B43"/>
          </p15:clr>
        </p15:guide>
        <p15:guide id="5" orient="horz" pos="1080" userDrawn="1">
          <p15:clr>
            <a:srgbClr val="F26B43"/>
          </p15:clr>
        </p15:guide>
        <p15:guide id="6" orient="horz" pos="57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3B2C29-C303-42CB-652E-C9A3F7ABE1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1138AC9A-5F6F-EE89-B7E9-0DE2B1B0E8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2969" y="2967335"/>
            <a:ext cx="9528306" cy="923330"/>
          </a:xfrm>
        </p:spPr>
        <p:txBody>
          <a:bodyPr/>
          <a:lstStyle/>
          <a:p>
            <a:r>
              <a:rPr lang="en-KR" dirty="0"/>
              <a:t>What’s New</a:t>
            </a:r>
          </a:p>
        </p:txBody>
      </p:sp>
    </p:spTree>
    <p:extLst>
      <p:ext uri="{BB962C8B-B14F-4D97-AF65-F5344CB8AC3E}">
        <p14:creationId xmlns:p14="http://schemas.microsoft.com/office/powerpoint/2010/main" val="7300018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9332E-095B-E3CE-8975-777EA03A1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able 3">
            <a:extLst>
              <a:ext uri="{FF2B5EF4-FFF2-40B4-BE49-F238E27FC236}">
                <a16:creationId xmlns:a16="http://schemas.microsoft.com/office/drawing/2014/main" id="{74CCABD9-AEE2-4D99-C6EB-936737352A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1972593"/>
              </p:ext>
            </p:extLst>
          </p:nvPr>
        </p:nvGraphicFramePr>
        <p:xfrm>
          <a:off x="375560" y="880908"/>
          <a:ext cx="11553088" cy="5201839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15530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82957">
                <a:tc>
                  <a:txBody>
                    <a:bodyPr/>
                    <a:lstStyle/>
                    <a:p>
                      <a:r>
                        <a:rPr lang="ko-KR" altLang="en-US" sz="1400" dirty="0">
                          <a:latin typeface="Amazon Ember" panose="020B0603020204020204" pitchFamily="34" charset="0"/>
                          <a:ea typeface="Amazon Ember" panose="020B0603020204020204" pitchFamily="34" charset="0"/>
                          <a:cs typeface="Amazon Ember" panose="020B0603020204020204" pitchFamily="34" charset="0"/>
                        </a:rPr>
                        <a:t>개요</a:t>
                      </a:r>
                      <a:endParaRPr lang="en-US" sz="1400" dirty="0">
                        <a:latin typeface="Amazon Ember" panose="020B0603020204020204" pitchFamily="34" charset="0"/>
                        <a:ea typeface="Amazon Ember" panose="020B0603020204020204" pitchFamily="34" charset="0"/>
                        <a:cs typeface="Amazon Ember" panose="020B0603020204020204" pitchFamily="34" charset="0"/>
                      </a:endParaRPr>
                    </a:p>
                  </a:txBody>
                  <a:tcPr marL="121920" marR="121920" marT="60960" marB="6096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18882">
                <a:tc>
                  <a:txBody>
                    <a:bodyPr/>
                    <a:lstStyle/>
                    <a:p>
                      <a:endParaRPr lang="en-US" sz="1400" dirty="0">
                        <a:latin typeface="+mn-lt"/>
                        <a:ea typeface="Malgun Gothic" panose="020B0503020000020004" pitchFamily="34" charset="-127"/>
                        <a:cs typeface="Amazon Ember" panose="020B0603020204020204" pitchFamily="34" charset="0"/>
                      </a:endParaRP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Title 1">
            <a:extLst>
              <a:ext uri="{FF2B5EF4-FFF2-40B4-BE49-F238E27FC236}">
                <a16:creationId xmlns:a16="http://schemas.microsoft.com/office/drawing/2014/main" id="{9AB18C9D-4708-1612-6C06-988CC715B6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60" y="153253"/>
            <a:ext cx="11479596" cy="727655"/>
          </a:xfrm>
        </p:spPr>
        <p:txBody>
          <a:bodyPr anchor="ctr"/>
          <a:lstStyle/>
          <a:p>
            <a:r>
              <a:rPr lang="en-US" sz="2000" b="1" dirty="0">
                <a:latin typeface="+mn-lt"/>
              </a:rPr>
              <a:t>{Title}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6E4276F-4D61-4CD7-8C17-01D11F9F5F88}"/>
              </a:ext>
            </a:extLst>
          </p:cNvPr>
          <p:cNvSpPr txBox="1"/>
          <p:nvPr/>
        </p:nvSpPr>
        <p:spPr>
          <a:xfrm>
            <a:off x="10244663" y="914400"/>
            <a:ext cx="1683985" cy="307777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r"/>
            <a:r>
              <a:rPr lang="en-US" sz="1400" dirty="0"/>
              <a:t>{date}</a:t>
            </a:r>
            <a:endParaRPr lang="en-KR" sz="1400" dirty="0" err="1"/>
          </a:p>
        </p:txBody>
      </p:sp>
    </p:spTree>
    <p:extLst>
      <p:ext uri="{BB962C8B-B14F-4D97-AF65-F5344CB8AC3E}">
        <p14:creationId xmlns:p14="http://schemas.microsoft.com/office/powerpoint/2010/main" val="3857295042"/>
      </p:ext>
    </p:extLst>
  </p:cSld>
  <p:clrMapOvr>
    <a:masterClrMapping/>
  </p:clrMapOvr>
</p:sld>
</file>

<file path=ppt/theme/theme1.xml><?xml version="1.0" encoding="utf-8"?>
<a:theme xmlns:a="http://schemas.openxmlformats.org/drawingml/2006/main" name="AWS Confidential Light">
  <a:themeElements>
    <a:clrScheme name="AWS 2024">
      <a:dk1>
        <a:srgbClr val="000000"/>
      </a:dk1>
      <a:lt1>
        <a:srgbClr val="FFFFFF"/>
      </a:lt1>
      <a:dk2>
        <a:srgbClr val="161D26"/>
      </a:dk2>
      <a:lt2>
        <a:srgbClr val="F3F3F7"/>
      </a:lt2>
      <a:accent1>
        <a:srgbClr val="41B3FF"/>
      </a:accent1>
      <a:accent2>
        <a:srgbClr val="AD5CFF"/>
      </a:accent2>
      <a:accent3>
        <a:srgbClr val="00E500"/>
      </a:accent3>
      <a:accent4>
        <a:srgbClr val="FF5C85"/>
      </a:accent4>
      <a:accent5>
        <a:srgbClr val="FF693C"/>
      </a:accent5>
      <a:accent6>
        <a:srgbClr val="FBD332"/>
      </a:accent6>
      <a:hlink>
        <a:srgbClr val="41B1E8"/>
      </a:hlink>
      <a:folHlink>
        <a:srgbClr val="41B1E8"/>
      </a:folHlink>
    </a:clrScheme>
    <a:fontScheme name="Ember Heavy and Ember">
      <a:majorFont>
        <a:latin typeface="Amazon Ember Heavy"/>
        <a:ea typeface=""/>
        <a:cs typeface=""/>
      </a:majorFont>
      <a:minorFont>
        <a:latin typeface="Amazon Emb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45720" tIns="45720" rIns="45720" rtlCol="0" anchor="ctr"/>
      <a:lstStyle>
        <a:defPPr algn="ctr">
          <a:defRPr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 cap="rnd">
          <a:solidFill>
            <a:schemeClr val="tx1"/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rIns="0" rtlCol="0">
        <a:spAutoFit/>
      </a:bodyPr>
      <a:lstStyle>
        <a:defPPr algn="l"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2" id="{9669ED17-9462-D14C-B6E5-447B788E9B2B}" vid="{91E6B8BE-7767-2D49-A594-4B5A32E9F08B}"/>
    </a:ext>
  </a:extLst>
</a:theme>
</file>

<file path=ppt/theme/theme2.xml><?xml version="1.0" encoding="utf-8"?>
<a:theme xmlns:a="http://schemas.openxmlformats.org/drawingml/2006/main" name="Office Theme">
  <a:themeElements>
    <a:clrScheme name="One Brand 2022 Dark">
      <a:dk1>
        <a:srgbClr val="000000"/>
      </a:dk1>
      <a:lt1>
        <a:sysClr val="window" lastClr="FFFFFF"/>
      </a:lt1>
      <a:dk2>
        <a:srgbClr val="232F3E"/>
      </a:dk2>
      <a:lt2>
        <a:srgbClr val="F1F3F3"/>
      </a:lt2>
      <a:accent1>
        <a:srgbClr val="FF8500"/>
      </a:accent1>
      <a:accent2>
        <a:srgbClr val="7C59ED"/>
      </a:accent2>
      <a:accent3>
        <a:srgbClr val="38EF7D"/>
      </a:accent3>
      <a:accent4>
        <a:srgbClr val="F46DBA"/>
      </a:accent4>
      <a:accent5>
        <a:srgbClr val="9FFCEA"/>
      </a:accent5>
      <a:accent6>
        <a:srgbClr val="FBD8BF"/>
      </a:accent6>
      <a:hlink>
        <a:srgbClr val="41B1E8"/>
      </a:hlink>
      <a:folHlink>
        <a:srgbClr val="41B1E8"/>
      </a:folHlink>
    </a:clrScheme>
    <a:fontScheme name="Ember Heavy and Normal">
      <a:majorFont>
        <a:latin typeface="Amazon Ember Heavy"/>
        <a:ea typeface=""/>
        <a:cs typeface=""/>
      </a:majorFont>
      <a:minorFont>
        <a:latin typeface="Amazon Emb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ne Brand 2022 Dark">
      <a:dk1>
        <a:srgbClr val="000000"/>
      </a:dk1>
      <a:lt1>
        <a:sysClr val="window" lastClr="FFFFFF"/>
      </a:lt1>
      <a:dk2>
        <a:srgbClr val="232F3E"/>
      </a:dk2>
      <a:lt2>
        <a:srgbClr val="F1F3F3"/>
      </a:lt2>
      <a:accent1>
        <a:srgbClr val="FF8500"/>
      </a:accent1>
      <a:accent2>
        <a:srgbClr val="7C59ED"/>
      </a:accent2>
      <a:accent3>
        <a:srgbClr val="38EF7D"/>
      </a:accent3>
      <a:accent4>
        <a:srgbClr val="F46DBA"/>
      </a:accent4>
      <a:accent5>
        <a:srgbClr val="9FFCEA"/>
      </a:accent5>
      <a:accent6>
        <a:srgbClr val="FBD8BF"/>
      </a:accent6>
      <a:hlink>
        <a:srgbClr val="41B1E8"/>
      </a:hlink>
      <a:folHlink>
        <a:srgbClr val="41B1E8"/>
      </a:folHlink>
    </a:clrScheme>
    <a:fontScheme name="Ember Heavy and Normal">
      <a:majorFont>
        <a:latin typeface="Amazon Ember Heavy"/>
        <a:ea typeface=""/>
        <a:cs typeface=""/>
      </a:majorFont>
      <a:minorFont>
        <a:latin typeface="Amazon Emb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31027CB-BA99-4849-AD2B-D501A617C772}">
  <we:reference id="wa200001625" version="1.0.0.8" store="en-US" storeType="OMEX"/>
  <we:alternateReferences>
    <we:reference id="wa200001625" version="1.0.0.8" store="wa200001625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90202</TotalTime>
  <Words>13</Words>
  <Application>Microsoft Macintosh PowerPoint</Application>
  <PresentationFormat>Widescreen</PresentationFormat>
  <Paragraphs>6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Amazon Ember</vt:lpstr>
      <vt:lpstr>Amazon Ember Mono</vt:lpstr>
      <vt:lpstr>Amazon Ember Display</vt:lpstr>
      <vt:lpstr>AWS Confidential Light</vt:lpstr>
      <vt:lpstr>What’s New</vt:lpstr>
      <vt:lpstr>{Title}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This template includes</dc:title>
  <dc:creator>Microsoft Office User</dc:creator>
  <cp:lastModifiedBy>choe, junyeong</cp:lastModifiedBy>
  <cp:revision>288</cp:revision>
  <dcterms:created xsi:type="dcterms:W3CDTF">2022-07-18T16:28:56Z</dcterms:created>
  <dcterms:modified xsi:type="dcterms:W3CDTF">2026-03-06T05:42:32Z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929eed6f-34eb-4453-9f97-09510b9b219f_Enabled">
    <vt:lpwstr>true</vt:lpwstr>
  </property>
  <property fmtid="{D5CDD505-2E9C-101B-9397-08002B2CF9AE}" pid="3" name="MSIP_Label_929eed6f-34eb-4453-9f97-09510b9b219f_SetDate">
    <vt:lpwstr>2025-06-09T00:53:17Z</vt:lpwstr>
  </property>
  <property fmtid="{D5CDD505-2E9C-101B-9397-08002B2CF9AE}" pid="4" name="MSIP_Label_929eed6f-34eb-4453-9f97-09510b9b219f_Method">
    <vt:lpwstr>Standard</vt:lpwstr>
  </property>
  <property fmtid="{D5CDD505-2E9C-101B-9397-08002B2CF9AE}" pid="5" name="MSIP_Label_929eed6f-34eb-4453-9f97-09510b9b219f_Name">
    <vt:lpwstr>Amazon Pending_Classification</vt:lpwstr>
  </property>
  <property fmtid="{D5CDD505-2E9C-101B-9397-08002B2CF9AE}" pid="6" name="MSIP_Label_929eed6f-34eb-4453-9f97-09510b9b219f_SiteId">
    <vt:lpwstr>5280104a-472d-4538-9ccf-1e1d0efe8b1b</vt:lpwstr>
  </property>
  <property fmtid="{D5CDD505-2E9C-101B-9397-08002B2CF9AE}" pid="7" name="MSIP_Label_929eed6f-34eb-4453-9f97-09510b9b219f_ActionId">
    <vt:lpwstr>cf3415b3-dcf4-4cc0-a700-8b882df49751</vt:lpwstr>
  </property>
  <property fmtid="{D5CDD505-2E9C-101B-9397-08002B2CF9AE}" pid="8" name="MSIP_Label_929eed6f-34eb-4453-9f97-09510b9b219f_ContentBits">
    <vt:lpwstr>0</vt:lpwstr>
  </property>
  <property fmtid="{D5CDD505-2E9C-101B-9397-08002B2CF9AE}" pid="9" name="MSIP_Label_929eed6f-34eb-4453-9f97-09510b9b219f_Tag">
    <vt:lpwstr>50, 3, 0, 1</vt:lpwstr>
  </property>
</Properties>
</file>